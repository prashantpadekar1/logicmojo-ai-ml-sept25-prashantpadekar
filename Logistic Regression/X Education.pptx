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6" r:id="rId1"/>
    <p:sldMasterId id="2147483706" r:id="rId2"/>
    <p:sldMasterId id="2147483712" r:id="rId3"/>
    <p:sldMasterId id="2147483724" r:id="rId4"/>
  </p:sldMasterIdLst>
  <p:notesMasterIdLst>
    <p:notesMasterId r:id="rId14"/>
  </p:notesMasterIdLst>
  <p:handoutMasterIdLst>
    <p:handoutMasterId r:id="rId15"/>
  </p:handoutMasterIdLst>
  <p:sldIdLst>
    <p:sldId id="446" r:id="rId5"/>
    <p:sldId id="454" r:id="rId6"/>
    <p:sldId id="455" r:id="rId7"/>
    <p:sldId id="456" r:id="rId8"/>
    <p:sldId id="457" r:id="rId9"/>
    <p:sldId id="458" r:id="rId10"/>
    <p:sldId id="459" r:id="rId11"/>
    <p:sldId id="460" r:id="rId12"/>
    <p:sldId id="461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672" userDrawn="1">
          <p15:clr>
            <a:srgbClr val="A4A3A4"/>
          </p15:clr>
        </p15:guide>
        <p15:guide id="2" pos="288" userDrawn="1">
          <p15:clr>
            <a:srgbClr val="F26B43"/>
          </p15:clr>
        </p15:guide>
        <p15:guide id="3" orient="horz" pos="4056" userDrawn="1">
          <p15:clr>
            <a:srgbClr val="F26B43"/>
          </p15:clr>
        </p15:guide>
        <p15:guide id="4" orient="horz" pos="1488" userDrawn="1">
          <p15:clr>
            <a:srgbClr val="A4A3A4"/>
          </p15:clr>
        </p15:guide>
        <p15:guide id="5" pos="3816" userDrawn="1">
          <p15:clr>
            <a:srgbClr val="A4A3A4"/>
          </p15:clr>
        </p15:guide>
        <p15:guide id="6" pos="7416" userDrawn="1">
          <p15:clr>
            <a:srgbClr val="F26B43"/>
          </p15:clr>
        </p15:guide>
        <p15:guide id="7" orient="horz" pos="312" userDrawn="1">
          <p15:clr>
            <a:srgbClr val="F26B43"/>
          </p15:clr>
        </p15:guide>
        <p15:guide id="8" orient="horz" pos="2160" userDrawn="1">
          <p15:clr>
            <a:srgbClr val="A4A3A4"/>
          </p15:clr>
        </p15:guide>
        <p15:guide id="9" orient="horz" pos="230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C5896"/>
    <a:srgbClr val="7C6560"/>
    <a:srgbClr val="29282D"/>
    <a:srgbClr val="E288B6"/>
    <a:srgbClr val="D75078"/>
    <a:srgbClr val="B38F6A"/>
    <a:srgbClr val="6667AB"/>
    <a:srgbClr val="BBBBBB"/>
    <a:srgbClr val="B9B9B9"/>
    <a:srgbClr val="85A0A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607BFF1-C07E-443F-8685-857D0934E8A3}" v="22" dt="2025-12-29T06:52:20.0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>
        <p:guide orient="horz" pos="3672"/>
        <p:guide pos="288"/>
        <p:guide orient="horz" pos="4056"/>
        <p:guide orient="horz" pos="1488"/>
        <p:guide pos="3816"/>
        <p:guide pos="7416"/>
        <p:guide orient="horz" pos="312"/>
        <p:guide orient="horz" pos="2160"/>
        <p:guide orient="horz" pos="230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2640" y="-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Relationship Id="rId22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dekar, Prashant (DI SW PLM LCS BOM STRS STRF&amp;DSVS STRCGF)" userId="b68a1097-d76f-4c80-978b-b95f6a140294" providerId="ADAL" clId="{763790D5-4CA9-4A47-AE2A-30895F896BBC}"/>
    <pc:docChg chg="custSel addSld delSld modSld sldOrd">
      <pc:chgData name="Padekar, Prashant (DI SW PLM LCS BOM STRS STRF&amp;DSVS STRCGF)" userId="b68a1097-d76f-4c80-978b-b95f6a140294" providerId="ADAL" clId="{763790D5-4CA9-4A47-AE2A-30895F896BBC}" dt="2025-12-29T06:58:38.123" v="132" actId="478"/>
      <pc:docMkLst>
        <pc:docMk/>
      </pc:docMkLst>
      <pc:sldChg chg="del">
        <pc:chgData name="Padekar, Prashant (DI SW PLM LCS BOM STRS STRF&amp;DSVS STRCGF)" userId="b68a1097-d76f-4c80-978b-b95f6a140294" providerId="ADAL" clId="{763790D5-4CA9-4A47-AE2A-30895F896BBC}" dt="2025-12-29T06:52:11.042" v="129" actId="47"/>
        <pc:sldMkLst>
          <pc:docMk/>
          <pc:sldMk cId="1646138950" sldId="426"/>
        </pc:sldMkLst>
      </pc:sldChg>
      <pc:sldChg chg="del">
        <pc:chgData name="Padekar, Prashant (DI SW PLM LCS BOM STRS STRF&amp;DSVS STRCGF)" userId="b68a1097-d76f-4c80-978b-b95f6a140294" providerId="ADAL" clId="{763790D5-4CA9-4A47-AE2A-30895F896BBC}" dt="2025-12-29T06:52:11.042" v="129" actId="47"/>
        <pc:sldMkLst>
          <pc:docMk/>
          <pc:sldMk cId="2708177211" sldId="427"/>
        </pc:sldMkLst>
      </pc:sldChg>
      <pc:sldChg chg="del">
        <pc:chgData name="Padekar, Prashant (DI SW PLM LCS BOM STRS STRF&amp;DSVS STRCGF)" userId="b68a1097-d76f-4c80-978b-b95f6a140294" providerId="ADAL" clId="{763790D5-4CA9-4A47-AE2A-30895F896BBC}" dt="2025-12-29T06:52:11.042" v="129" actId="47"/>
        <pc:sldMkLst>
          <pc:docMk/>
          <pc:sldMk cId="2943388554" sldId="433"/>
        </pc:sldMkLst>
      </pc:sldChg>
      <pc:sldChg chg="del">
        <pc:chgData name="Padekar, Prashant (DI SW PLM LCS BOM STRS STRF&amp;DSVS STRCGF)" userId="b68a1097-d76f-4c80-978b-b95f6a140294" providerId="ADAL" clId="{763790D5-4CA9-4A47-AE2A-30895F896BBC}" dt="2025-12-29T06:52:11.042" v="129" actId="47"/>
        <pc:sldMkLst>
          <pc:docMk/>
          <pc:sldMk cId="1881260077" sldId="434"/>
        </pc:sldMkLst>
      </pc:sldChg>
      <pc:sldChg chg="del">
        <pc:chgData name="Padekar, Prashant (DI SW PLM LCS BOM STRS STRF&amp;DSVS STRCGF)" userId="b68a1097-d76f-4c80-978b-b95f6a140294" providerId="ADAL" clId="{763790D5-4CA9-4A47-AE2A-30895F896BBC}" dt="2025-12-29T06:52:11.042" v="129" actId="47"/>
        <pc:sldMkLst>
          <pc:docMk/>
          <pc:sldMk cId="2378376199" sldId="441"/>
        </pc:sldMkLst>
      </pc:sldChg>
      <pc:sldChg chg="del">
        <pc:chgData name="Padekar, Prashant (DI SW PLM LCS BOM STRS STRF&amp;DSVS STRCGF)" userId="b68a1097-d76f-4c80-978b-b95f6a140294" providerId="ADAL" clId="{763790D5-4CA9-4A47-AE2A-30895F896BBC}" dt="2025-12-29T06:52:11.042" v="129" actId="47"/>
        <pc:sldMkLst>
          <pc:docMk/>
          <pc:sldMk cId="1294161663" sldId="443"/>
        </pc:sldMkLst>
      </pc:sldChg>
      <pc:sldChg chg="del">
        <pc:chgData name="Padekar, Prashant (DI SW PLM LCS BOM STRS STRF&amp;DSVS STRCGF)" userId="b68a1097-d76f-4c80-978b-b95f6a140294" providerId="ADAL" clId="{763790D5-4CA9-4A47-AE2A-30895F896BBC}" dt="2025-12-29T06:52:11.042" v="129" actId="47"/>
        <pc:sldMkLst>
          <pc:docMk/>
          <pc:sldMk cId="366443420" sldId="445"/>
        </pc:sldMkLst>
      </pc:sldChg>
      <pc:sldChg chg="del">
        <pc:chgData name="Padekar, Prashant (DI SW PLM LCS BOM STRS STRF&amp;DSVS STRCGF)" userId="b68a1097-d76f-4c80-978b-b95f6a140294" providerId="ADAL" clId="{763790D5-4CA9-4A47-AE2A-30895F896BBC}" dt="2025-12-29T06:52:11.042" v="129" actId="47"/>
        <pc:sldMkLst>
          <pc:docMk/>
          <pc:sldMk cId="3898511310" sldId="447"/>
        </pc:sldMkLst>
      </pc:sldChg>
      <pc:sldChg chg="del">
        <pc:chgData name="Padekar, Prashant (DI SW PLM LCS BOM STRS STRF&amp;DSVS STRCGF)" userId="b68a1097-d76f-4c80-978b-b95f6a140294" providerId="ADAL" clId="{763790D5-4CA9-4A47-AE2A-30895F896BBC}" dt="2025-12-29T06:52:11.042" v="129" actId="47"/>
        <pc:sldMkLst>
          <pc:docMk/>
          <pc:sldMk cId="2382148752" sldId="449"/>
        </pc:sldMkLst>
      </pc:sldChg>
      <pc:sldChg chg="del">
        <pc:chgData name="Padekar, Prashant (DI SW PLM LCS BOM STRS STRF&amp;DSVS STRCGF)" userId="b68a1097-d76f-4c80-978b-b95f6a140294" providerId="ADAL" clId="{763790D5-4CA9-4A47-AE2A-30895F896BBC}" dt="2025-12-29T06:52:11.042" v="129" actId="47"/>
        <pc:sldMkLst>
          <pc:docMk/>
          <pc:sldMk cId="3106832019" sldId="452"/>
        </pc:sldMkLst>
      </pc:sldChg>
      <pc:sldChg chg="del">
        <pc:chgData name="Padekar, Prashant (DI SW PLM LCS BOM STRS STRF&amp;DSVS STRCGF)" userId="b68a1097-d76f-4c80-978b-b95f6a140294" providerId="ADAL" clId="{763790D5-4CA9-4A47-AE2A-30895F896BBC}" dt="2025-12-29T06:52:11.042" v="129" actId="47"/>
        <pc:sldMkLst>
          <pc:docMk/>
          <pc:sldMk cId="226844390" sldId="453"/>
        </pc:sldMkLst>
      </pc:sldChg>
      <pc:sldChg chg="delSp modSp add mod">
        <pc:chgData name="Padekar, Prashant (DI SW PLM LCS BOM STRS STRF&amp;DSVS STRCGF)" userId="b68a1097-d76f-4c80-978b-b95f6a140294" providerId="ADAL" clId="{763790D5-4CA9-4A47-AE2A-30895F896BBC}" dt="2025-12-29T06:58:21.301" v="131" actId="478"/>
        <pc:sldMkLst>
          <pc:docMk/>
          <pc:sldMk cId="2566212271" sldId="457"/>
        </pc:sldMkLst>
        <pc:spChg chg="del mod">
          <ac:chgData name="Padekar, Prashant (DI SW PLM LCS BOM STRS STRF&amp;DSVS STRCGF)" userId="b68a1097-d76f-4c80-978b-b95f6a140294" providerId="ADAL" clId="{763790D5-4CA9-4A47-AE2A-30895F896BBC}" dt="2025-12-29T06:58:21.301" v="131" actId="478"/>
          <ac:spMkLst>
            <pc:docMk/>
            <pc:sldMk cId="2566212271" sldId="457"/>
            <ac:spMk id="2" creationId="{030EDEE2-66B8-2043-9539-8F8459D9391B}"/>
          </ac:spMkLst>
        </pc:spChg>
        <pc:spChg chg="mod">
          <ac:chgData name="Padekar, Prashant (DI SW PLM LCS BOM STRS STRF&amp;DSVS STRCGF)" userId="b68a1097-d76f-4c80-978b-b95f6a140294" providerId="ADAL" clId="{763790D5-4CA9-4A47-AE2A-30895F896BBC}" dt="2025-12-29T06:40:00.012" v="1"/>
          <ac:spMkLst>
            <pc:docMk/>
            <pc:sldMk cId="2566212271" sldId="457"/>
            <ac:spMk id="3" creationId="{83FEAD27-54A5-9ED5-306C-9AB8EC1597A2}"/>
          </ac:spMkLst>
        </pc:spChg>
        <pc:spChg chg="mod">
          <ac:chgData name="Padekar, Prashant (DI SW PLM LCS BOM STRS STRF&amp;DSVS STRCGF)" userId="b68a1097-d76f-4c80-978b-b95f6a140294" providerId="ADAL" clId="{763790D5-4CA9-4A47-AE2A-30895F896BBC}" dt="2025-12-29T06:41:23.211" v="36" actId="20577"/>
          <ac:spMkLst>
            <pc:docMk/>
            <pc:sldMk cId="2566212271" sldId="457"/>
            <ac:spMk id="6" creationId="{ADF0848F-0F9C-C282-98D8-C312518F93FC}"/>
          </ac:spMkLst>
        </pc:spChg>
      </pc:sldChg>
      <pc:sldChg chg="addSp delSp modSp add mod">
        <pc:chgData name="Padekar, Prashant (DI SW PLM LCS BOM STRS STRF&amp;DSVS STRCGF)" userId="b68a1097-d76f-4c80-978b-b95f6a140294" providerId="ADAL" clId="{763790D5-4CA9-4A47-AE2A-30895F896BBC}" dt="2025-12-29T06:47:02.111" v="64" actId="14100"/>
        <pc:sldMkLst>
          <pc:docMk/>
          <pc:sldMk cId="3971027698" sldId="458"/>
        </pc:sldMkLst>
        <pc:spChg chg="del mod">
          <ac:chgData name="Padekar, Prashant (DI SW PLM LCS BOM STRS STRF&amp;DSVS STRCGF)" userId="b68a1097-d76f-4c80-978b-b95f6a140294" providerId="ADAL" clId="{763790D5-4CA9-4A47-AE2A-30895F896BBC}" dt="2025-12-29T06:42:14.047" v="42" actId="478"/>
          <ac:spMkLst>
            <pc:docMk/>
            <pc:sldMk cId="3971027698" sldId="458"/>
            <ac:spMk id="2" creationId="{24150A1E-68DA-D191-D394-7B38DBB814D1}"/>
          </ac:spMkLst>
        </pc:spChg>
        <pc:spChg chg="mod">
          <ac:chgData name="Padekar, Prashant (DI SW PLM LCS BOM STRS STRF&amp;DSVS STRCGF)" userId="b68a1097-d76f-4c80-978b-b95f6a140294" providerId="ADAL" clId="{763790D5-4CA9-4A47-AE2A-30895F896BBC}" dt="2025-12-29T06:42:01.759" v="39" actId="27636"/>
          <ac:spMkLst>
            <pc:docMk/>
            <pc:sldMk cId="3971027698" sldId="458"/>
            <ac:spMk id="3" creationId="{2E6E6422-F5DD-FB68-4758-AEE1B2052F63}"/>
          </ac:spMkLst>
        </pc:spChg>
        <pc:spChg chg="add del mod">
          <ac:chgData name="Padekar, Prashant (DI SW PLM LCS BOM STRS STRF&amp;DSVS STRCGF)" userId="b68a1097-d76f-4c80-978b-b95f6a140294" providerId="ADAL" clId="{763790D5-4CA9-4A47-AE2A-30895F896BBC}" dt="2025-12-29T06:42:16.904" v="43" actId="478"/>
          <ac:spMkLst>
            <pc:docMk/>
            <pc:sldMk cId="3971027698" sldId="458"/>
            <ac:spMk id="4" creationId="{9E67E537-8A69-AB24-94A3-7ACFC22BEEED}"/>
          </ac:spMkLst>
        </pc:spChg>
        <pc:spChg chg="del">
          <ac:chgData name="Padekar, Prashant (DI SW PLM LCS BOM STRS STRF&amp;DSVS STRCGF)" userId="b68a1097-d76f-4c80-978b-b95f6a140294" providerId="ADAL" clId="{763790D5-4CA9-4A47-AE2A-30895F896BBC}" dt="2025-12-29T06:42:05.367" v="40" actId="478"/>
          <ac:spMkLst>
            <pc:docMk/>
            <pc:sldMk cId="3971027698" sldId="458"/>
            <ac:spMk id="6" creationId="{D1B65658-9953-5A6C-C9FE-00C72415C949}"/>
          </ac:spMkLst>
        </pc:spChg>
        <pc:picChg chg="add mod">
          <ac:chgData name="Padekar, Prashant (DI SW PLM LCS BOM STRS STRF&amp;DSVS STRCGF)" userId="b68a1097-d76f-4c80-978b-b95f6a140294" providerId="ADAL" clId="{763790D5-4CA9-4A47-AE2A-30895F896BBC}" dt="2025-12-29T06:47:02.111" v="64" actId="14100"/>
          <ac:picMkLst>
            <pc:docMk/>
            <pc:sldMk cId="3971027698" sldId="458"/>
            <ac:picMk id="7" creationId="{21F90EFA-06AE-C3E0-08CD-80F1F0238E73}"/>
          </ac:picMkLst>
        </pc:picChg>
        <pc:picChg chg="add del mod">
          <ac:chgData name="Padekar, Prashant (DI SW PLM LCS BOM STRS STRF&amp;DSVS STRCGF)" userId="b68a1097-d76f-4c80-978b-b95f6a140294" providerId="ADAL" clId="{763790D5-4CA9-4A47-AE2A-30895F896BBC}" dt="2025-12-29T06:46:54.598" v="61" actId="478"/>
          <ac:picMkLst>
            <pc:docMk/>
            <pc:sldMk cId="3971027698" sldId="458"/>
            <ac:picMk id="9" creationId="{4620C7F3-5154-3AE1-5F15-52F66BD57564}"/>
          </ac:picMkLst>
        </pc:picChg>
        <pc:picChg chg="add del mod">
          <ac:chgData name="Padekar, Prashant (DI SW PLM LCS BOM STRS STRF&amp;DSVS STRCGF)" userId="b68a1097-d76f-4c80-978b-b95f6a140294" providerId="ADAL" clId="{763790D5-4CA9-4A47-AE2A-30895F896BBC}" dt="2025-12-29T06:46:55.437" v="62" actId="478"/>
          <ac:picMkLst>
            <pc:docMk/>
            <pc:sldMk cId="3971027698" sldId="458"/>
            <ac:picMk id="11" creationId="{3ABED0B4-8170-442D-D3EE-668B2624593B}"/>
          </ac:picMkLst>
        </pc:picChg>
      </pc:sldChg>
      <pc:sldChg chg="delSp modSp add mod">
        <pc:chgData name="Padekar, Prashant (DI SW PLM LCS BOM STRS STRF&amp;DSVS STRCGF)" userId="b68a1097-d76f-4c80-978b-b95f6a140294" providerId="ADAL" clId="{763790D5-4CA9-4A47-AE2A-30895F896BBC}" dt="2025-12-29T06:47:11.380" v="68" actId="14100"/>
        <pc:sldMkLst>
          <pc:docMk/>
          <pc:sldMk cId="2542464585" sldId="459"/>
        </pc:sldMkLst>
        <pc:picChg chg="del">
          <ac:chgData name="Padekar, Prashant (DI SW PLM LCS BOM STRS STRF&amp;DSVS STRCGF)" userId="b68a1097-d76f-4c80-978b-b95f6a140294" providerId="ADAL" clId="{763790D5-4CA9-4A47-AE2A-30895F896BBC}" dt="2025-12-29T06:47:06.419" v="65" actId="478"/>
          <ac:picMkLst>
            <pc:docMk/>
            <pc:sldMk cId="2542464585" sldId="459"/>
            <ac:picMk id="7" creationId="{99E15845-E3E0-FBF8-F7BB-627D6039B1AE}"/>
          </ac:picMkLst>
        </pc:picChg>
        <pc:picChg chg="mod">
          <ac:chgData name="Padekar, Prashant (DI SW PLM LCS BOM STRS STRF&amp;DSVS STRCGF)" userId="b68a1097-d76f-4c80-978b-b95f6a140294" providerId="ADAL" clId="{763790D5-4CA9-4A47-AE2A-30895F896BBC}" dt="2025-12-29T06:47:11.380" v="68" actId="14100"/>
          <ac:picMkLst>
            <pc:docMk/>
            <pc:sldMk cId="2542464585" sldId="459"/>
            <ac:picMk id="9" creationId="{EECBA96D-0A38-4021-2985-82884B3FDD96}"/>
          </ac:picMkLst>
        </pc:picChg>
        <pc:picChg chg="del">
          <ac:chgData name="Padekar, Prashant (DI SW PLM LCS BOM STRS STRF&amp;DSVS STRCGF)" userId="b68a1097-d76f-4c80-978b-b95f6a140294" providerId="ADAL" clId="{763790D5-4CA9-4A47-AE2A-30895F896BBC}" dt="2025-12-29T06:47:07.180" v="66" actId="478"/>
          <ac:picMkLst>
            <pc:docMk/>
            <pc:sldMk cId="2542464585" sldId="459"/>
            <ac:picMk id="11" creationId="{595D005F-3F9A-9C0A-09DD-2B08EC831A47}"/>
          </ac:picMkLst>
        </pc:picChg>
      </pc:sldChg>
      <pc:sldChg chg="delSp modSp add mod">
        <pc:chgData name="Padekar, Prashant (DI SW PLM LCS BOM STRS STRF&amp;DSVS STRCGF)" userId="b68a1097-d76f-4c80-978b-b95f6a140294" providerId="ADAL" clId="{763790D5-4CA9-4A47-AE2A-30895F896BBC}" dt="2025-12-29T06:47:21.361" v="72" actId="1076"/>
        <pc:sldMkLst>
          <pc:docMk/>
          <pc:sldMk cId="522810362" sldId="460"/>
        </pc:sldMkLst>
        <pc:picChg chg="del">
          <ac:chgData name="Padekar, Prashant (DI SW PLM LCS BOM STRS STRF&amp;DSVS STRCGF)" userId="b68a1097-d76f-4c80-978b-b95f6a140294" providerId="ADAL" clId="{763790D5-4CA9-4A47-AE2A-30895F896BBC}" dt="2025-12-29T06:47:16.205" v="70" actId="478"/>
          <ac:picMkLst>
            <pc:docMk/>
            <pc:sldMk cId="522810362" sldId="460"/>
            <ac:picMk id="7" creationId="{2AEE3920-EBB5-6982-AE0B-EF3B98EB65B0}"/>
          </ac:picMkLst>
        </pc:picChg>
        <pc:picChg chg="del">
          <ac:chgData name="Padekar, Prashant (DI SW PLM LCS BOM STRS STRF&amp;DSVS STRCGF)" userId="b68a1097-d76f-4c80-978b-b95f6a140294" providerId="ADAL" clId="{763790D5-4CA9-4A47-AE2A-30895F896BBC}" dt="2025-12-29T06:47:15.323" v="69" actId="478"/>
          <ac:picMkLst>
            <pc:docMk/>
            <pc:sldMk cId="522810362" sldId="460"/>
            <ac:picMk id="9" creationId="{F5D5DF67-0C03-E737-1430-BAAD003B8CBC}"/>
          </ac:picMkLst>
        </pc:picChg>
        <pc:picChg chg="mod">
          <ac:chgData name="Padekar, Prashant (DI SW PLM LCS BOM STRS STRF&amp;DSVS STRCGF)" userId="b68a1097-d76f-4c80-978b-b95f6a140294" providerId="ADAL" clId="{763790D5-4CA9-4A47-AE2A-30895F896BBC}" dt="2025-12-29T06:47:21.361" v="72" actId="1076"/>
          <ac:picMkLst>
            <pc:docMk/>
            <pc:sldMk cId="522810362" sldId="460"/>
            <ac:picMk id="11" creationId="{C2DACB97-08B1-EE66-946B-FA5A2D28022F}"/>
          </ac:picMkLst>
        </pc:picChg>
      </pc:sldChg>
      <pc:sldChg chg="delSp modSp add mod ord">
        <pc:chgData name="Padekar, Prashant (DI SW PLM LCS BOM STRS STRF&amp;DSVS STRCGF)" userId="b68a1097-d76f-4c80-978b-b95f6a140294" providerId="ADAL" clId="{763790D5-4CA9-4A47-AE2A-30895F896BBC}" dt="2025-12-29T06:58:38.123" v="132" actId="478"/>
        <pc:sldMkLst>
          <pc:docMk/>
          <pc:sldMk cId="1965963517" sldId="461"/>
        </pc:sldMkLst>
        <pc:spChg chg="del">
          <ac:chgData name="Padekar, Prashant (DI SW PLM LCS BOM STRS STRF&amp;DSVS STRCGF)" userId="b68a1097-d76f-4c80-978b-b95f6a140294" providerId="ADAL" clId="{763790D5-4CA9-4A47-AE2A-30895F896BBC}" dt="2025-12-29T06:58:38.123" v="132" actId="478"/>
          <ac:spMkLst>
            <pc:docMk/>
            <pc:sldMk cId="1965963517" sldId="461"/>
            <ac:spMk id="2" creationId="{E748644B-1C9C-41D6-D03C-AE19186704B4}"/>
          </ac:spMkLst>
        </pc:spChg>
        <pc:spChg chg="mod">
          <ac:chgData name="Padekar, Prashant (DI SW PLM LCS BOM STRS STRF&amp;DSVS STRCGF)" userId="b68a1097-d76f-4c80-978b-b95f6a140294" providerId="ADAL" clId="{763790D5-4CA9-4A47-AE2A-30895F896BBC}" dt="2025-12-29T06:48:30.235" v="76"/>
          <ac:spMkLst>
            <pc:docMk/>
            <pc:sldMk cId="1965963517" sldId="461"/>
            <ac:spMk id="3" creationId="{1988A6BA-98CF-329C-220D-B24008B330E8}"/>
          </ac:spMkLst>
        </pc:spChg>
        <pc:spChg chg="mod">
          <ac:chgData name="Padekar, Prashant (DI SW PLM LCS BOM STRS STRF&amp;DSVS STRCGF)" userId="b68a1097-d76f-4c80-978b-b95f6a140294" providerId="ADAL" clId="{763790D5-4CA9-4A47-AE2A-30895F896BBC}" dt="2025-12-29T06:51:58.191" v="128" actId="20577"/>
          <ac:spMkLst>
            <pc:docMk/>
            <pc:sldMk cId="1965963517" sldId="461"/>
            <ac:spMk id="6" creationId="{E57FD95F-5BE4-B0D6-AA01-5D6FD9895D5F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B3440B4-626E-4F3C-BAEA-93BE989AF4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3A5570-8E4E-4AA9-B246-5A27A383B99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4A69E4-EFBB-4687-8058-A94EE1B5781B}" type="datetimeFigureOut">
              <a:rPr lang="en-US" smtClean="0"/>
              <a:t>12/29/2025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0D364A-9468-466A-ACCD-ABB3762BE8B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9EF394-4AD6-48D1-9C4C-1B3D44BBF5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004FE7-BA7C-4FF4-9756-C6A1F2BCA37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77173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E546B2-EB9C-4E9C-8793-C25F32D58B9A}" type="datetimeFigureOut">
              <a:rPr lang="en-US" smtClean="0"/>
              <a:t>12/29/2025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83F1C3-4FA3-4491-97F4-43CA9C8BDF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6346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83F1C3-4FA3-4491-97F4-43CA9C8BDFD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19560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F9C7667-EADA-40AC-B931-4642E0A9A4D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379CA9-81D6-424A-8046-4B56E1D25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17136"/>
            <a:ext cx="6581554" cy="1371600"/>
          </a:xfrm>
        </p:spPr>
        <p:txBody>
          <a:bodyPr>
            <a:normAutofit/>
          </a:bodyPr>
          <a:lstStyle>
            <a:lvl1pPr>
              <a:lnSpc>
                <a:spcPts val="4600"/>
              </a:lnSpc>
              <a:defRPr sz="36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0242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F9C7667-EADA-40AC-B931-4642E0A9A4D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anchor="ctr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379CA9-81D6-424A-8046-4B56E1D25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A60302F-65DB-4E93-B6C3-49E64C44FB5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29000" y="2240280"/>
            <a:ext cx="4645152" cy="419709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C1CB8E8-F58A-4B26-B8AA-8977FC608E8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0936" y="4498848"/>
            <a:ext cx="2121408" cy="621792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ts val="1800"/>
              </a:lnSpc>
              <a:spcBef>
                <a:spcPts val="0"/>
              </a:spcBef>
              <a:buNone/>
              <a:defRPr sz="1200" b="1"/>
            </a:lvl1pPr>
            <a:lvl2pPr marL="457200" indent="0">
              <a:lnSpc>
                <a:spcPts val="1800"/>
              </a:lnSpc>
              <a:spcBef>
                <a:spcPts val="0"/>
              </a:spcBef>
              <a:buNone/>
              <a:defRPr sz="1200" b="1"/>
            </a:lvl2pPr>
            <a:lvl3pPr marL="914400" indent="0">
              <a:lnSpc>
                <a:spcPts val="1800"/>
              </a:lnSpc>
              <a:spcBef>
                <a:spcPts val="0"/>
              </a:spcBef>
              <a:buNone/>
              <a:defRPr sz="1200" b="1"/>
            </a:lvl3pPr>
            <a:lvl4pPr marL="1371600" indent="0">
              <a:lnSpc>
                <a:spcPts val="1800"/>
              </a:lnSpc>
              <a:spcBef>
                <a:spcPts val="0"/>
              </a:spcBef>
              <a:buNone/>
              <a:defRPr sz="1200" b="1"/>
            </a:lvl4pPr>
            <a:lvl5pPr marL="1828800" indent="0">
              <a:lnSpc>
                <a:spcPts val="1800"/>
              </a:lnSpc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text</a:t>
            </a:r>
          </a:p>
        </p:txBody>
      </p:sp>
    </p:spTree>
    <p:extLst>
      <p:ext uri="{BB962C8B-B14F-4D97-AF65-F5344CB8AC3E}">
        <p14:creationId xmlns:p14="http://schemas.microsoft.com/office/powerpoint/2010/main" val="19805938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lette Balance act"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79CA9-81D6-424A-8046-4B56E1D250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9" y="2569464"/>
            <a:ext cx="3619501" cy="1179576"/>
          </a:xfrm>
        </p:spPr>
        <p:txBody>
          <a:bodyPr anchor="b" anchorCtr="0">
            <a:normAutofit/>
          </a:bodyPr>
          <a:lstStyle>
            <a:lvl1pPr>
              <a:lnSpc>
                <a:spcPts val="4000"/>
              </a:lnSpc>
              <a:defRPr sz="3200" cap="all" baseline="0"/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2F51F73-5064-47F8-83FD-440E0ED1950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79392" y="1463040"/>
            <a:ext cx="1499616" cy="219456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8">
            <a:extLst>
              <a:ext uri="{FF2B5EF4-FFF2-40B4-BE49-F238E27FC236}">
                <a16:creationId xmlns:a16="http://schemas.microsoft.com/office/drawing/2014/main" id="{06FF689A-8221-42E8-96D4-ED4D3AD501F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27064" y="1463040"/>
            <a:ext cx="1499616" cy="219456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96424DB2-4D46-493F-A5B8-8901EDA394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74736" y="1463040"/>
            <a:ext cx="1499616" cy="219456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0AF2B6E1-5738-41B1-8C15-EA671549014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122408" y="1463040"/>
            <a:ext cx="1499616" cy="219456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6C8D73EB-347C-4E13-94C8-FA8FADE4655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79392" y="4087368"/>
            <a:ext cx="1499616" cy="219456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9DFA5C56-9B47-4F87-8E12-30A936274F1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227064" y="4087368"/>
            <a:ext cx="1499616" cy="219456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1E3B5888-98ED-48E4-8AA8-5BAB43F8516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174736" y="4087368"/>
            <a:ext cx="1499616" cy="219456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569C9EE3-34D1-4DE0-B06C-2F6212F7C32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0122408" y="4087368"/>
            <a:ext cx="1499616" cy="219456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19032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mersive palette Balancing Ac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0869985-B973-4011-9FA2-83D7EBB2EA53}"/>
              </a:ext>
            </a:extLst>
          </p:cNvPr>
          <p:cNvSpPr/>
          <p:nvPr userDrawn="1"/>
        </p:nvSpPr>
        <p:spPr>
          <a:xfrm>
            <a:off x="0" y="2400300"/>
            <a:ext cx="4267200" cy="4457700"/>
          </a:xfrm>
          <a:prstGeom prst="rect">
            <a:avLst/>
          </a:prstGeom>
          <a:solidFill>
            <a:srgbClr val="D293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379CA9-81D6-424A-8046-4B56E1D25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1399032"/>
            <a:ext cx="3619501" cy="877824"/>
          </a:xfrm>
        </p:spPr>
        <p:txBody>
          <a:bodyPr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A60302F-65DB-4E93-B6C3-49E64C44FB5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2779776"/>
            <a:ext cx="3465576" cy="32552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3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A66F217-0E52-4AD8-82BA-AB332C59638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54500" y="0"/>
            <a:ext cx="74803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75D44F0-DADD-4DCC-82EC-FDB3E9878AA9}"/>
              </a:ext>
            </a:extLst>
          </p:cNvPr>
          <p:cNvSpPr/>
          <p:nvPr userDrawn="1"/>
        </p:nvSpPr>
        <p:spPr>
          <a:xfrm>
            <a:off x="11734800" y="4445000"/>
            <a:ext cx="457200" cy="2413000"/>
          </a:xfrm>
          <a:prstGeom prst="rect">
            <a:avLst/>
          </a:prstGeom>
          <a:solidFill>
            <a:srgbClr val="884C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8CFE2C9-8B6E-4DDA-A5EA-04581F7629F0}"/>
              </a:ext>
            </a:extLst>
          </p:cNvPr>
          <p:cNvSpPr/>
          <p:nvPr userDrawn="1"/>
        </p:nvSpPr>
        <p:spPr>
          <a:xfrm>
            <a:off x="11734800" y="0"/>
            <a:ext cx="457200" cy="4462272"/>
          </a:xfrm>
          <a:prstGeom prst="rect">
            <a:avLst/>
          </a:prstGeom>
          <a:solidFill>
            <a:srgbClr val="86A2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18234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tru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 hidden="1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6FEDCD9-19A7-423B-ABE0-DDD032DE8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914400"/>
            <a:ext cx="7467601" cy="1572768"/>
          </a:xfrm>
        </p:spPr>
        <p:txBody>
          <a:bodyPr/>
          <a:lstStyle>
            <a:lvl1pPr>
              <a:lnSpc>
                <a:spcPts val="46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EBD7372B-17B4-4062-8BFA-745581B2734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2540000"/>
            <a:ext cx="6591300" cy="3403600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ts val="3000"/>
              </a:lnSpc>
              <a:spcBef>
                <a:spcPts val="0"/>
              </a:spcBef>
              <a:buFont typeface="+mj-lt"/>
              <a:buAutoNum type="arabicPeriod"/>
              <a:defRPr sz="1800"/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9A28F9-9D68-48A2-A1AD-C1C318C0EC8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15300" y="1384300"/>
            <a:ext cx="3410712" cy="4572000"/>
          </a:xfrm>
          <a:prstGeom prst="roundRect">
            <a:avLst>
              <a:gd name="adj" fmla="val 2543"/>
            </a:avLst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32" userDrawn="1">
          <p15:clr>
            <a:srgbClr val="FBAE40"/>
          </p15:clr>
        </p15:guide>
        <p15:guide id="2" pos="33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lette Wellspring"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79CA9-81D6-424A-8046-4B56E1D250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9" y="2569464"/>
            <a:ext cx="3619501" cy="1179576"/>
          </a:xfrm>
        </p:spPr>
        <p:txBody>
          <a:bodyPr anchor="b" anchorCtr="0">
            <a:normAutofit/>
          </a:bodyPr>
          <a:lstStyle>
            <a:lvl1pPr>
              <a:lnSpc>
                <a:spcPts val="4000"/>
              </a:lnSpc>
              <a:defRPr sz="3200"/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2F51F73-5064-47F8-83FD-440E0ED1950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79392" y="1463040"/>
            <a:ext cx="1499616" cy="219456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endParaRPr lang="en-US" dirty="0"/>
          </a:p>
        </p:txBody>
      </p:sp>
      <p:sp>
        <p:nvSpPr>
          <p:cNvPr id="18" name="Picture Placeholder 8">
            <a:extLst>
              <a:ext uri="{FF2B5EF4-FFF2-40B4-BE49-F238E27FC236}">
                <a16:creationId xmlns:a16="http://schemas.microsoft.com/office/drawing/2014/main" id="{06FF689A-8221-42E8-96D4-ED4D3AD501F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27064" y="1463040"/>
            <a:ext cx="1499616" cy="219456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endParaRPr lang="en-US" dirty="0"/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96424DB2-4D46-493F-A5B8-8901EDA394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74736" y="1463040"/>
            <a:ext cx="1499616" cy="219456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endParaRPr lang="en-US" dirty="0"/>
          </a:p>
        </p:txBody>
      </p: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0AF2B6E1-5738-41B1-8C15-EA671549014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122408" y="1463040"/>
            <a:ext cx="1499616" cy="219456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endParaRPr lang="en-US" dirty="0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6C8D73EB-347C-4E13-94C8-FA8FADE4655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79392" y="4087368"/>
            <a:ext cx="1499616" cy="219456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endParaRPr lang="en-US" dirty="0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9DFA5C56-9B47-4F87-8E12-30A936274F1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227064" y="4087368"/>
            <a:ext cx="1499616" cy="219456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endParaRPr lang="en-US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1E3B5888-98ED-48E4-8AA8-5BAB43F8516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174736" y="4087368"/>
            <a:ext cx="1499616" cy="219456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endParaRPr lang="en-US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569C9EE3-34D1-4DE0-B06C-2F6212F7C32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0122408" y="4087368"/>
            <a:ext cx="1499616" cy="219456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5942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mersive palette Wellspring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186ECD6-DF3C-4CA6-9A77-ED32AC37F81F}"/>
              </a:ext>
            </a:extLst>
          </p:cNvPr>
          <p:cNvSpPr/>
          <p:nvPr userDrawn="1"/>
        </p:nvSpPr>
        <p:spPr>
          <a:xfrm>
            <a:off x="0" y="0"/>
            <a:ext cx="2445488" cy="45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D3F081E-4462-4B33-A41E-0432A3B439D9}"/>
              </a:ext>
            </a:extLst>
          </p:cNvPr>
          <p:cNvSpPr/>
          <p:nvPr userDrawn="1"/>
        </p:nvSpPr>
        <p:spPr>
          <a:xfrm rot="5400000">
            <a:off x="10740656" y="5406656"/>
            <a:ext cx="2445488" cy="457200"/>
          </a:xfrm>
          <a:prstGeom prst="rect">
            <a:avLst/>
          </a:prstGeom>
          <a:solidFill>
            <a:srgbClr val="8A58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5FA2D1-6BF4-4194-B815-8C66D013FD27}"/>
              </a:ext>
            </a:extLst>
          </p:cNvPr>
          <p:cNvSpPr/>
          <p:nvPr userDrawn="1"/>
        </p:nvSpPr>
        <p:spPr>
          <a:xfrm>
            <a:off x="7982712" y="495300"/>
            <a:ext cx="3753612" cy="5943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88F0DF-BC0B-473C-82DC-7FC46D38FAC1}"/>
              </a:ext>
            </a:extLst>
          </p:cNvPr>
          <p:cNvSpPr/>
          <p:nvPr userDrawn="1"/>
        </p:nvSpPr>
        <p:spPr>
          <a:xfrm>
            <a:off x="4251158" y="495300"/>
            <a:ext cx="3787056" cy="5943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A60302F-65DB-4E93-B6C3-49E64C44FB5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2779776"/>
            <a:ext cx="3465576" cy="32552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3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A66F217-0E52-4AD8-82BA-AB332C59638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709160" y="960120"/>
            <a:ext cx="6574536" cy="507492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DF3E524-6AEB-4529-804C-0B9CD9992050}"/>
              </a:ext>
            </a:extLst>
          </p:cNvPr>
          <p:cNvSpPr/>
          <p:nvPr userDrawn="1"/>
        </p:nvSpPr>
        <p:spPr>
          <a:xfrm>
            <a:off x="228600" y="241300"/>
            <a:ext cx="11772900" cy="6400800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CFF2CAC-AD21-48FA-AD68-A643AAA6A8C4}"/>
              </a:ext>
            </a:extLst>
          </p:cNvPr>
          <p:cNvCxnSpPr>
            <a:cxnSpLocks/>
          </p:cNvCxnSpPr>
          <p:nvPr userDrawn="1"/>
        </p:nvCxnSpPr>
        <p:spPr>
          <a:xfrm>
            <a:off x="228600" y="2415910"/>
            <a:ext cx="4022558" cy="0"/>
          </a:xfrm>
          <a:prstGeom prst="line">
            <a:avLst/>
          </a:prstGeom>
          <a:ln w="254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3379CA9-81D6-424A-8046-4B56E1D25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1371600"/>
            <a:ext cx="3619501" cy="877824"/>
          </a:xfrm>
        </p:spPr>
        <p:txBody>
          <a:bodyPr/>
          <a:lstStyle>
            <a:lvl1pPr>
              <a:lnSpc>
                <a:spcPts val="432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122559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lette Star of the show"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79CA9-81D6-424A-8046-4B56E1D250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9" y="2569464"/>
            <a:ext cx="3619501" cy="1179576"/>
          </a:xfrm>
        </p:spPr>
        <p:txBody>
          <a:bodyPr anchor="t" anchorCtr="0">
            <a:normAutofit/>
          </a:bodyPr>
          <a:lstStyle>
            <a:lvl1pPr>
              <a:lnSpc>
                <a:spcPts val="4000"/>
              </a:lnSpc>
              <a:defRPr sz="3200"/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2F51F73-5064-47F8-83FD-440E0ED1950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79392" y="1463040"/>
            <a:ext cx="1499616" cy="219456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endParaRPr lang="en-US" dirty="0"/>
          </a:p>
        </p:txBody>
      </p:sp>
      <p:sp>
        <p:nvSpPr>
          <p:cNvPr id="18" name="Picture Placeholder 8">
            <a:extLst>
              <a:ext uri="{FF2B5EF4-FFF2-40B4-BE49-F238E27FC236}">
                <a16:creationId xmlns:a16="http://schemas.microsoft.com/office/drawing/2014/main" id="{06FF689A-8221-42E8-96D4-ED4D3AD501F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27064" y="1463040"/>
            <a:ext cx="1499616" cy="219456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endParaRPr lang="en-US" dirty="0"/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96424DB2-4D46-493F-A5B8-8901EDA394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74736" y="1463040"/>
            <a:ext cx="1499616" cy="219456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endParaRPr lang="en-US" dirty="0"/>
          </a:p>
        </p:txBody>
      </p: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0AF2B6E1-5738-41B1-8C15-EA671549014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122408" y="1463040"/>
            <a:ext cx="1499616" cy="219456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endParaRPr lang="en-US" dirty="0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6C8D73EB-347C-4E13-94C8-FA8FADE4655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79392" y="4087368"/>
            <a:ext cx="1499616" cy="219456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endParaRPr lang="en-US" dirty="0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9DFA5C56-9B47-4F87-8E12-30A936274F1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227064" y="4087368"/>
            <a:ext cx="1499616" cy="219456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endParaRPr lang="en-US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1E3B5888-98ED-48E4-8AA8-5BAB43F8516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174736" y="4087368"/>
            <a:ext cx="1499616" cy="219456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endParaRPr lang="en-US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569C9EE3-34D1-4DE0-B06C-2F6212F7C32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0122408" y="4087368"/>
            <a:ext cx="1499616" cy="219456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3920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mersive palette Star of the show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462B86F-90E5-425E-9F83-8477D8111E1D}"/>
              </a:ext>
            </a:extLst>
          </p:cNvPr>
          <p:cNvSpPr/>
          <p:nvPr userDrawn="1"/>
        </p:nvSpPr>
        <p:spPr>
          <a:xfrm>
            <a:off x="0" y="495300"/>
            <a:ext cx="6057900" cy="133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5269853-3C2C-4F9C-B1BB-E00F7A1DB9E1}"/>
              </a:ext>
            </a:extLst>
          </p:cNvPr>
          <p:cNvSpPr/>
          <p:nvPr userDrawn="1"/>
        </p:nvSpPr>
        <p:spPr>
          <a:xfrm>
            <a:off x="6530703" y="495300"/>
            <a:ext cx="2931587" cy="26289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3759D58-52AF-4785-8A33-F528F46D88A3}"/>
              </a:ext>
            </a:extLst>
          </p:cNvPr>
          <p:cNvSpPr/>
          <p:nvPr userDrawn="1"/>
        </p:nvSpPr>
        <p:spPr>
          <a:xfrm>
            <a:off x="8852618" y="3863713"/>
            <a:ext cx="2921000" cy="259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AD3E0F4-EC0D-43C2-AC84-A53134C8566E}"/>
              </a:ext>
            </a:extLst>
          </p:cNvPr>
          <p:cNvSpPr/>
          <p:nvPr userDrawn="1"/>
        </p:nvSpPr>
        <p:spPr>
          <a:xfrm>
            <a:off x="228600" y="241300"/>
            <a:ext cx="11772900" cy="6400800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379CA9-81D6-424A-8046-4B56E1D25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914400"/>
            <a:ext cx="5638801" cy="1572126"/>
          </a:xfrm>
        </p:spPr>
        <p:txBody>
          <a:bodyPr anchor="t" anchorCtr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A60302F-65DB-4E93-B6C3-49E64C44FB5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2489200"/>
            <a:ext cx="5202936" cy="354787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3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A66F217-0E52-4AD8-82BA-AB332C59638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997700" y="914400"/>
            <a:ext cx="4334256" cy="5093208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03668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lette Amusements"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79CA9-81D6-424A-8046-4B56E1D250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9" y="2569464"/>
            <a:ext cx="3619501" cy="1179576"/>
          </a:xfrm>
        </p:spPr>
        <p:txBody>
          <a:bodyPr anchor="b" anchorCtr="0">
            <a:normAutofit/>
          </a:bodyPr>
          <a:lstStyle>
            <a:lvl1pPr>
              <a:lnSpc>
                <a:spcPts val="4000"/>
              </a:lnSpc>
              <a:defRPr sz="3200"/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2F51F73-5064-47F8-83FD-440E0ED1950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79392" y="1463040"/>
            <a:ext cx="1499616" cy="219456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endParaRPr lang="en-US" dirty="0"/>
          </a:p>
        </p:txBody>
      </p:sp>
      <p:sp>
        <p:nvSpPr>
          <p:cNvPr id="18" name="Picture Placeholder 8">
            <a:extLst>
              <a:ext uri="{FF2B5EF4-FFF2-40B4-BE49-F238E27FC236}">
                <a16:creationId xmlns:a16="http://schemas.microsoft.com/office/drawing/2014/main" id="{06FF689A-8221-42E8-96D4-ED4D3AD501F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27064" y="1463040"/>
            <a:ext cx="1499616" cy="219456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endParaRPr lang="en-US" dirty="0"/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96424DB2-4D46-493F-A5B8-8901EDA394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74736" y="1463040"/>
            <a:ext cx="1499616" cy="219456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endParaRPr lang="en-US" dirty="0"/>
          </a:p>
        </p:txBody>
      </p: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0AF2B6E1-5738-41B1-8C15-EA671549014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122408" y="1463040"/>
            <a:ext cx="1499616" cy="219456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endParaRPr lang="en-US" dirty="0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6C8D73EB-347C-4E13-94C8-FA8FADE4655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79392" y="4087368"/>
            <a:ext cx="1499616" cy="219456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endParaRPr lang="en-US" dirty="0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9DFA5C56-9B47-4F87-8E12-30A936274F1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227064" y="4087368"/>
            <a:ext cx="1499616" cy="219456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endParaRPr lang="en-US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1E3B5888-98ED-48E4-8AA8-5BAB43F8516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174736" y="4087368"/>
            <a:ext cx="1499616" cy="219456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endParaRPr lang="en-US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569C9EE3-34D1-4DE0-B06C-2F6212F7C32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0122408" y="4087368"/>
            <a:ext cx="1499616" cy="219456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2889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mersive palette Amusements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3A3BC27-A809-4F76-931E-2DE01059A5AB}"/>
              </a:ext>
            </a:extLst>
          </p:cNvPr>
          <p:cNvSpPr/>
          <p:nvPr userDrawn="1"/>
        </p:nvSpPr>
        <p:spPr>
          <a:xfrm>
            <a:off x="6712974" y="1651000"/>
            <a:ext cx="460459" cy="5207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96A5108-5EBA-43CE-BA4A-DA9EEF5D808A}"/>
              </a:ext>
            </a:extLst>
          </p:cNvPr>
          <p:cNvSpPr/>
          <p:nvPr userDrawn="1"/>
        </p:nvSpPr>
        <p:spPr>
          <a:xfrm>
            <a:off x="9271000" y="0"/>
            <a:ext cx="2921000" cy="5397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712910-50D0-4906-AB08-F37D02F96D4A}"/>
              </a:ext>
            </a:extLst>
          </p:cNvPr>
          <p:cNvSpPr/>
          <p:nvPr userDrawn="1"/>
        </p:nvSpPr>
        <p:spPr>
          <a:xfrm>
            <a:off x="0" y="2387600"/>
            <a:ext cx="5461000" cy="215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AC760C-BE23-4DA2-A294-3B5668F8AECA}"/>
              </a:ext>
            </a:extLst>
          </p:cNvPr>
          <p:cNvSpPr/>
          <p:nvPr userDrawn="1"/>
        </p:nvSpPr>
        <p:spPr>
          <a:xfrm>
            <a:off x="228600" y="241300"/>
            <a:ext cx="11772900" cy="640080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379CA9-81D6-424A-8046-4B56E1D25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914400"/>
            <a:ext cx="5605272" cy="1572126"/>
          </a:xfrm>
        </p:spPr>
        <p:txBody>
          <a:bodyPr anchor="ctr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A60302F-65DB-4E93-B6C3-49E64C44FB5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3072384"/>
            <a:ext cx="4946904" cy="287121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3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A66F217-0E52-4AD8-82BA-AB332C59638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178040" y="457200"/>
            <a:ext cx="4562856" cy="64008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71760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80DF88-AC53-41A3-8067-D7E6D5DB1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914400"/>
            <a:ext cx="11174819" cy="9037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4755C1-18CC-4FD3-A030-3DAF469919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310904-DE8F-4B8E-99C6-5AFA03672FFA}" type="datetimeFigureOut">
              <a:rPr lang="en-US" smtClean="0"/>
              <a:t>12/29/2025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E029F1-B791-445F-A184-90CC7A1BEC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D98767-7C9E-42DE-9782-D932A0FF1B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5FADE3-B84E-4AF7-91CC-AB47E1A4361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3488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700" r:id="rId2"/>
    <p:sldLayoutId id="2147483701" r:id="rId3"/>
    <p:sldLayoutId id="2147483702" r:id="rId4"/>
    <p:sldLayoutId id="2147483662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112" userDrawn="1">
          <p15:clr>
            <a:srgbClr val="F26B43"/>
          </p15:clr>
        </p15:guide>
        <p15:guide id="2" pos="2568" userDrawn="1">
          <p15:clr>
            <a:srgbClr val="F26B43"/>
          </p15:clr>
        </p15:guide>
        <p15:guide id="3" pos="288" userDrawn="1">
          <p15:clr>
            <a:srgbClr val="5ACBF0"/>
          </p15:clr>
        </p15:guide>
        <p15:guide id="4" pos="7392" userDrawn="1">
          <p15:clr>
            <a:srgbClr val="5ACBF0"/>
          </p15:clr>
        </p15:guide>
        <p15:guide id="5" orient="horz" pos="576" userDrawn="1">
          <p15:clr>
            <a:srgbClr val="5ACBF0"/>
          </p15:clr>
        </p15:guide>
        <p15:guide id="6" orient="horz" pos="3744" userDrawn="1">
          <p15:clr>
            <a:srgbClr val="5ACBF0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80DF88-AC53-41A3-8067-D7E6D5DB1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914400"/>
            <a:ext cx="11174819" cy="9037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4755C1-18CC-4FD3-A030-3DAF469919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310904-DE8F-4B8E-99C6-5AFA03672FFA}" type="datetimeFigureOut">
              <a:rPr lang="en-US" smtClean="0"/>
              <a:t>12/29/2025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E029F1-B791-445F-A184-90CC7A1BEC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D98767-7C9E-42DE-9782-D932A0FF1B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5FADE3-B84E-4AF7-91CC-AB47E1A4361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1603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11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112" userDrawn="1">
          <p15:clr>
            <a:srgbClr val="F26B43"/>
          </p15:clr>
        </p15:guide>
        <p15:guide id="2" pos="2568" userDrawn="1">
          <p15:clr>
            <a:srgbClr val="F26B43"/>
          </p15:clr>
        </p15:guide>
        <p15:guide id="3" pos="288" userDrawn="1">
          <p15:clr>
            <a:srgbClr val="5ACBF0"/>
          </p15:clr>
        </p15:guide>
        <p15:guide id="4" pos="7392" userDrawn="1">
          <p15:clr>
            <a:srgbClr val="5ACBF0"/>
          </p15:clr>
        </p15:guide>
        <p15:guide id="5" orient="horz" pos="576" userDrawn="1">
          <p15:clr>
            <a:srgbClr val="5ACBF0"/>
          </p15:clr>
        </p15:guide>
        <p15:guide id="6" orient="horz" pos="3744" userDrawn="1">
          <p15:clr>
            <a:srgbClr val="5ACBF0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80DF88-AC53-41A3-8067-D7E6D5DB1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914400"/>
            <a:ext cx="11174819" cy="9037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4755C1-18CC-4FD3-A030-3DAF469919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310904-DE8F-4B8E-99C6-5AFA03672FFA}" type="datetimeFigureOut">
              <a:rPr lang="en-US" smtClean="0"/>
              <a:t>12/29/2025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E029F1-B791-445F-A184-90CC7A1BEC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D98767-7C9E-42DE-9782-D932A0FF1B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5FADE3-B84E-4AF7-91CC-AB47E1A4361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4508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23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112" userDrawn="1">
          <p15:clr>
            <a:srgbClr val="F26B43"/>
          </p15:clr>
        </p15:guide>
        <p15:guide id="2" pos="2568" userDrawn="1">
          <p15:clr>
            <a:srgbClr val="F26B43"/>
          </p15:clr>
        </p15:guide>
        <p15:guide id="3" pos="288" userDrawn="1">
          <p15:clr>
            <a:srgbClr val="5ACBF0"/>
          </p15:clr>
        </p15:guide>
        <p15:guide id="4" pos="7392" userDrawn="1">
          <p15:clr>
            <a:srgbClr val="5ACBF0"/>
          </p15:clr>
        </p15:guide>
        <p15:guide id="5" orient="horz" pos="576" userDrawn="1">
          <p15:clr>
            <a:srgbClr val="5ACBF0"/>
          </p15:clr>
        </p15:guide>
        <p15:guide id="6" orient="horz" pos="3744" userDrawn="1">
          <p15:clr>
            <a:srgbClr val="5ACBF0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80DF88-AC53-41A3-8067-D7E6D5DB1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914400"/>
            <a:ext cx="11174819" cy="9037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4755C1-18CC-4FD3-A030-3DAF469919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310904-DE8F-4B8E-99C6-5AFA03672FFA}" type="datetimeFigureOut">
              <a:rPr lang="en-US" smtClean="0"/>
              <a:t>12/29/2025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E029F1-B791-445F-A184-90CC7A1BEC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D98767-7C9E-42DE-9782-D932A0FF1B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5FADE3-B84E-4AF7-91CC-AB47E1A4361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2013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04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112" userDrawn="1">
          <p15:clr>
            <a:srgbClr val="F26B43"/>
          </p15:clr>
        </p15:guide>
        <p15:guide id="2" pos="2568" userDrawn="1">
          <p15:clr>
            <a:srgbClr val="F26B43"/>
          </p15:clr>
        </p15:guide>
        <p15:guide id="3" pos="288" userDrawn="1">
          <p15:clr>
            <a:srgbClr val="5ACBF0"/>
          </p15:clr>
        </p15:guide>
        <p15:guide id="4" pos="7392" userDrawn="1">
          <p15:clr>
            <a:srgbClr val="5ACBF0"/>
          </p15:clr>
        </p15:guide>
        <p15:guide id="5" orient="horz" pos="576" userDrawn="1">
          <p15:clr>
            <a:srgbClr val="5ACBF0"/>
          </p15:clr>
        </p15:guide>
        <p15:guide id="6" orient="horz" pos="3744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Abstract image of curvy lines">
            <a:extLst>
              <a:ext uri="{FF2B5EF4-FFF2-40B4-BE49-F238E27FC236}">
                <a16:creationId xmlns:a16="http://schemas.microsoft.com/office/drawing/2014/main" id="{81F59575-96AE-45B0-B1FB-3CFC139E9D1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/>
          <a:stretch/>
        </p:blipFill>
        <p:spPr>
          <a:xfrm>
            <a:off x="225" y="0"/>
            <a:ext cx="12191550" cy="6857999"/>
          </a:xfr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08347D8D-E852-43D5-858E-2D01BE57F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15034"/>
            <a:ext cx="8787384" cy="1371600"/>
          </a:xfrm>
        </p:spPr>
        <p:txBody>
          <a:bodyPr anchor="t" anchorCtr="0">
            <a:normAutofit/>
          </a:bodyPr>
          <a:lstStyle/>
          <a:p>
            <a:r>
              <a:rPr lang="en-US" dirty="0"/>
              <a:t>X Education</a:t>
            </a:r>
            <a:br>
              <a:rPr lang="en-US" dirty="0"/>
            </a:br>
            <a:r>
              <a:rPr lang="en-US" sz="2500" dirty="0"/>
              <a:t>data analysis for improving Revenue</a:t>
            </a:r>
          </a:p>
        </p:txBody>
      </p:sp>
    </p:spTree>
    <p:extLst>
      <p:ext uri="{BB962C8B-B14F-4D97-AF65-F5344CB8AC3E}">
        <p14:creationId xmlns:p14="http://schemas.microsoft.com/office/powerpoint/2010/main" val="15583151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5F915146-EC7E-1223-5D11-49B926AA319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82296"/>
            <a:ext cx="12192000" cy="6858000"/>
          </a:xfrm>
          <a:noFill/>
        </p:spPr>
        <p:txBody>
          <a:bodyPr/>
          <a:lstStyle/>
          <a:p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FB949B2-8C97-D853-102D-133ABEAA5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166" y="146304"/>
            <a:ext cx="11174819" cy="903767"/>
          </a:xfrm>
        </p:spPr>
        <p:txBody>
          <a:bodyPr>
            <a:normAutofit fontScale="90000"/>
          </a:bodyPr>
          <a:lstStyle/>
          <a:p>
            <a:r>
              <a:rPr lang="en-IN" dirty="0">
                <a:solidFill>
                  <a:schemeClr val="tx1"/>
                </a:solidFill>
              </a:rPr>
              <a:t>Problem Statement &amp; Objectives</a:t>
            </a:r>
            <a:r>
              <a:rPr lang="en-IN" dirty="0"/>
              <a:t>oblem Statement &amp; Objectives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F7104672-39EF-3249-E916-B442556233E9}"/>
              </a:ext>
            </a:extLst>
          </p:cNvPr>
          <p:cNvSpPr>
            <a:spLocks noGrp="1" noChangeArrowheads="1"/>
          </p:cNvSpPr>
          <p:nvPr>
            <p:ph type="body" sz="quarter" idx="15"/>
          </p:nvPr>
        </p:nvSpPr>
        <p:spPr bwMode="auto">
          <a:xfrm>
            <a:off x="301497" y="1050071"/>
            <a:ext cx="11037488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Business Problem	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X Education has a lead conversion rate of approximately 30%. They 				acquire roughly 100 leads daily but struggle to identify which ones are 				truly potential "Hot Leads."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b="0" dirty="0"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Objective			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build a Logistic Regression model that assigns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Lead Score (0-				100)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each potential customer.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b="0" dirty="0"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Goal				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Increase conversion efficiency by allowing the sales team to focus 				their communication on high-probability leads rather than calling every 				single person.</a:t>
            </a:r>
          </a:p>
        </p:txBody>
      </p:sp>
    </p:spTree>
    <p:extLst>
      <p:ext uri="{BB962C8B-B14F-4D97-AF65-F5344CB8AC3E}">
        <p14:creationId xmlns:p14="http://schemas.microsoft.com/office/powerpoint/2010/main" val="13698774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CD35B-B446-53CC-1D49-5C8F57650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7C9F7F21-61B9-9137-85CB-21271EBC8F4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82296"/>
            <a:ext cx="12192000" cy="6858000"/>
          </a:xfrm>
          <a:noFill/>
        </p:spPr>
        <p:txBody>
          <a:bodyPr/>
          <a:lstStyle/>
          <a:p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AC66721-DA85-BEE0-3116-DB6629CE8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166" y="146304"/>
            <a:ext cx="11174819" cy="903767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tx1"/>
                </a:solidFill>
              </a:rPr>
              <a:t>Analysis </a:t>
            </a:r>
            <a:r>
              <a:rPr lang="en-IN" dirty="0" err="1">
                <a:solidFill>
                  <a:schemeClr val="tx1"/>
                </a:solidFill>
              </a:rPr>
              <a:t>Approach</a:t>
            </a:r>
            <a:r>
              <a:rPr lang="en-IN" dirty="0" err="1"/>
              <a:t>Statement</a:t>
            </a:r>
            <a:r>
              <a:rPr lang="en-IN" dirty="0"/>
              <a:t> &amp; Objectives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89D30DEB-B032-4E30-86BD-E2AF51122F19}"/>
              </a:ext>
            </a:extLst>
          </p:cNvPr>
          <p:cNvSpPr>
            <a:spLocks noGrp="1" noChangeArrowheads="1"/>
          </p:cNvSpPr>
          <p:nvPr>
            <p:ph type="body" sz="quarter" idx="15"/>
          </p:nvPr>
        </p:nvSpPr>
        <p:spPr bwMode="auto">
          <a:xfrm>
            <a:off x="301497" y="1050071"/>
            <a:ext cx="11037488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1800" dirty="0"/>
              <a:t>Data Cleaning	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	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dirty="0"/>
              <a:t>Handled missing values and categorized "Select" as a null value since 				it indicates a lead did not choose an option from the dropdown menu.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b="0" dirty="0"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1800" dirty="0"/>
              <a:t>Exploratory Data Analysis (EDA)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dirty="0"/>
              <a:t>Identified key variables influencing conversion, such as Lead Source, 				Total Time Spent on Website, and Last Activity. </a:t>
            </a:r>
            <a:endParaRPr lang="en-US" altLang="en-US" sz="1800" b="0" dirty="0"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1800" dirty="0"/>
              <a:t>Model Building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	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dirty="0"/>
              <a:t>Performed Feature Engineering and Encoding for categorical 					variables.</a:t>
            </a:r>
          </a:p>
          <a:p>
            <a:pPr marL="4171950" lvl="8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Used Recursive Feature Elimination (RFE) to select the most relevant features. </a:t>
            </a:r>
          </a:p>
          <a:p>
            <a:pPr marL="4171950" lvl="8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Built a Logistic Regression model using </a:t>
            </a:r>
            <a:r>
              <a:rPr lang="en-US" dirty="0" err="1"/>
              <a:t>statsmodels</a:t>
            </a:r>
            <a:r>
              <a:rPr lang="en-US" dirty="0"/>
              <a:t> for detailed statistical analysis. </a:t>
            </a:r>
          </a:p>
          <a:p>
            <a:pPr marL="742950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sz="1800" b="0" dirty="0">
              <a:latin typeface="Arial" panose="020B0604020202020204" pitchFamily="34" charset="0"/>
            </a:endParaRP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1800" dirty="0"/>
              <a:t>Evaluation	</a:t>
            </a:r>
            <a:r>
              <a:rPr lang="en-US" altLang="en-US" sz="1800" dirty="0">
                <a:latin typeface="Arial" panose="020B0604020202020204" pitchFamily="34" charset="0"/>
              </a:rPr>
              <a:t>		:</a:t>
            </a:r>
            <a:r>
              <a:rPr lang="en-US" altLang="en-US" sz="1800" b="0" dirty="0">
                <a:latin typeface="Arial" panose="020B0604020202020204" pitchFamily="34" charset="0"/>
              </a:rPr>
              <a:t> </a:t>
            </a:r>
            <a:r>
              <a:rPr lang="en-US" sz="1800" b="0" dirty="0"/>
              <a:t>Used metrics like Accuracy, Sensitivity (Recall), and Specificity to 				validate performance.</a:t>
            </a:r>
            <a:endParaRPr lang="en-US" sz="1800" b="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73546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21EEA-FC30-183E-DDCF-EADF81477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659ADA10-06FD-FD63-BB9B-2D8426EAC6E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82296"/>
            <a:ext cx="12192000" cy="6858000"/>
          </a:xfrm>
          <a:noFill/>
        </p:spPr>
        <p:txBody>
          <a:bodyPr/>
          <a:lstStyle/>
          <a:p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CB70B67-2800-45AF-220E-557A0A26A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166" y="146304"/>
            <a:ext cx="11174819" cy="903767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tx1"/>
                </a:solidFill>
              </a:rPr>
              <a:t>Model Performance Results</a:t>
            </a:r>
            <a:r>
              <a:rPr lang="en-IN" dirty="0"/>
              <a:t>&amp; Objectives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86F1AEDE-ADFC-BE55-1867-26E75F00B8D0}"/>
              </a:ext>
            </a:extLst>
          </p:cNvPr>
          <p:cNvSpPr>
            <a:spLocks noGrp="1" noChangeArrowheads="1"/>
          </p:cNvSpPr>
          <p:nvPr>
            <p:ph type="body" sz="quarter" idx="15"/>
          </p:nvPr>
        </p:nvSpPr>
        <p:spPr bwMode="auto">
          <a:xfrm>
            <a:off x="301497" y="1050071"/>
            <a:ext cx="11037488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1800" dirty="0"/>
              <a:t>Overall Accuracy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	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dirty="0"/>
              <a:t>The final model achieved an accuracy of approximately 78-79%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b="0" dirty="0"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sz="1800" dirty="0"/>
              <a:t>Performance </a:t>
            </a:r>
            <a:r>
              <a:rPr lang="fr-FR" sz="1800" dirty="0" err="1"/>
              <a:t>Metrics</a:t>
            </a:r>
            <a:r>
              <a:rPr lang="fr-FR" sz="1800" dirty="0"/>
              <a:t>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1800" dirty="0"/>
              <a:t>Recall (Sensitivity)		: </a:t>
            </a:r>
            <a:r>
              <a:rPr lang="en-US" sz="1800" b="0" dirty="0"/>
              <a:t>0.80 (80%). The model successfully identifies 80% of actual 					conversions. </a:t>
            </a:r>
          </a:p>
          <a:p>
            <a:pPr marL="742950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1800" dirty="0"/>
              <a:t>Precision			: </a:t>
            </a:r>
            <a:r>
              <a:rPr lang="en-US" sz="1800" b="0" dirty="0"/>
              <a:t>0.70 (70%). When the model identifies a lead as "hot," it is correct 70% 				of the time.</a:t>
            </a:r>
          </a:p>
          <a:p>
            <a:pPr marL="742950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sz="1800" b="0" dirty="0">
              <a:latin typeface="Arial" panose="020B0604020202020204" pitchFamily="34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1800" b="0" dirty="0">
              <a:latin typeface="Arial" panose="020B0604020202020204" pitchFamily="34" charset="0"/>
            </a:endParaRP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1800" dirty="0"/>
              <a:t>Optimal Cut-off</a:t>
            </a:r>
            <a:r>
              <a:rPr lang="en-US" altLang="en-US" sz="1800" dirty="0">
                <a:latin typeface="Arial" panose="020B0604020202020204" pitchFamily="34" charset="0"/>
              </a:rPr>
              <a:t>		:</a:t>
            </a:r>
            <a:r>
              <a:rPr lang="en-US" altLang="en-US" sz="1800" b="0" dirty="0">
                <a:latin typeface="Arial" panose="020B0604020202020204" pitchFamily="34" charset="0"/>
              </a:rPr>
              <a:t> </a:t>
            </a:r>
            <a:r>
              <a:rPr lang="en-US" sz="1800" b="0" dirty="0"/>
              <a:t>A threshold of approximately 0.3 to 0.4 was found to be optimal for 				balancing lead capture (Recall) and efficiency (Precision). </a:t>
            </a:r>
            <a:endParaRPr lang="en-US" sz="1800" b="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72545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7E262-61FD-8DE2-5710-D231E1D7B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3FEAD27-54A5-9ED5-306C-9AB8EC159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166" y="146304"/>
            <a:ext cx="11174819" cy="903767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tx1"/>
                </a:solidFill>
              </a:rPr>
              <a:t>Results in Business Terms</a:t>
            </a:r>
            <a:r>
              <a:rPr lang="en-IN" dirty="0"/>
              <a:t>&amp; Objectives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ADF0848F-0F9C-C282-98D8-C312518F93FC}"/>
              </a:ext>
            </a:extLst>
          </p:cNvPr>
          <p:cNvSpPr>
            <a:spLocks noGrp="1" noChangeArrowheads="1"/>
          </p:cNvSpPr>
          <p:nvPr>
            <p:ph type="body" sz="quarter" idx="15"/>
          </p:nvPr>
        </p:nvSpPr>
        <p:spPr bwMode="auto">
          <a:xfrm>
            <a:off x="301497" y="1050071"/>
            <a:ext cx="11037488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1800" dirty="0"/>
              <a:t>Lead Prioritization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	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dirty="0"/>
              <a:t>Leads are now scored on a 0-100 scale. Leads with a score above 80 				are "Hot Leads" and should be contacted immediately.</a:t>
            </a:r>
            <a:endParaRPr lang="en-US" altLang="en-US" sz="1800" b="0" dirty="0"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1800" dirty="0"/>
              <a:t>Resource Efficiency		</a:t>
            </a:r>
            <a:r>
              <a:rPr lang="fr-FR" sz="1800" dirty="0"/>
              <a:t>: </a:t>
            </a:r>
            <a:r>
              <a:rPr lang="en-US" sz="1800" b="0" dirty="0"/>
              <a:t>By focusing on the top 40% of scored leads, the sales team can 				potentially capture 80% of all conversions, significantly reducing 				wasted call time.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1800" b="0" dirty="0">
              <a:latin typeface="Arial" panose="020B0604020202020204" pitchFamily="34" charset="0"/>
            </a:endParaRP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1800" dirty="0"/>
              <a:t>Improved Conversion</a:t>
            </a:r>
            <a:r>
              <a:rPr lang="en-US" altLang="en-US" sz="1800" dirty="0">
                <a:latin typeface="Arial" panose="020B0604020202020204" pitchFamily="34" charset="0"/>
              </a:rPr>
              <a:t>		:</a:t>
            </a:r>
            <a:r>
              <a:rPr lang="en-US" altLang="en-US" sz="1800" b="0" dirty="0">
                <a:latin typeface="Arial" panose="020B0604020202020204" pitchFamily="34" charset="0"/>
              </a:rPr>
              <a:t> </a:t>
            </a:r>
            <a:r>
              <a:rPr lang="en-US" sz="1800" b="0" dirty="0"/>
              <a:t>Moving from a "blanket calling" approach to a "data-driven" approach 				is expected to push the conversion rate from 30% toward a higher 				target efficiency.</a:t>
            </a:r>
            <a:endParaRPr lang="en-US" sz="1800" b="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62122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224B5-427C-18F9-749A-ED1351344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E6E6422-F5DD-FB68-4758-AEE1B2052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166" y="146304"/>
            <a:ext cx="11174819" cy="903767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Key Drivers of Conversion (Visualizing Results)</a:t>
            </a:r>
            <a:r>
              <a:rPr lang="en-IN" dirty="0"/>
              <a:t>&amp; Objectives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F90EFA-06AE-C3E0-08CD-80F1F0238E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449" y="1050071"/>
            <a:ext cx="7913751" cy="5178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0276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FA8472-5965-B2F2-BFE3-4BF8994D6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E42036B-8FC5-38A7-2FBB-5B439CD3A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166" y="146304"/>
            <a:ext cx="11174819" cy="903767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Key Drivers of Conversion (Visualizing Results)</a:t>
            </a:r>
            <a:r>
              <a:rPr lang="en-IN" dirty="0"/>
              <a:t>&amp; Objectives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ECBA96D-0A38-4021-2985-82884B3FDD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119" y="753636"/>
            <a:ext cx="10766705" cy="5868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4645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558F7-A31E-F623-98B7-2F10BDD3C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0B15CA4-5386-E110-82BE-5A012DB23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166" y="146304"/>
            <a:ext cx="11174819" cy="903767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Key Drivers of Conversion (Visualizing Results)</a:t>
            </a:r>
            <a:r>
              <a:rPr lang="en-IN" dirty="0"/>
              <a:t>&amp; Objectives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2DACB97-08B1-EE66-946B-FA5A2D2802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1" y="598187"/>
            <a:ext cx="10352942" cy="6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8103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F1C85-7644-216C-D5A5-90781446A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988A6BA-98CF-329C-220D-B24008B33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166" y="146304"/>
            <a:ext cx="11174819" cy="903767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tx1"/>
                </a:solidFill>
              </a:rPr>
              <a:t>Recommendations &amp; Learnings</a:t>
            </a:r>
            <a:r>
              <a:rPr lang="en-IN" dirty="0"/>
              <a:t>&amp; Objectives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E57FD95F-5BE4-B0D6-AA01-5D6FD9895D5F}"/>
              </a:ext>
            </a:extLst>
          </p:cNvPr>
          <p:cNvSpPr>
            <a:spLocks noGrp="1" noChangeArrowheads="1"/>
          </p:cNvSpPr>
          <p:nvPr>
            <p:ph type="body" sz="quarter" idx="15"/>
          </p:nvPr>
        </p:nvSpPr>
        <p:spPr bwMode="auto">
          <a:xfrm>
            <a:off x="301497" y="1050071"/>
            <a:ext cx="11037488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1800" dirty="0"/>
              <a:t>Recommendation 1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	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dirty="0"/>
              <a:t>Implement automated SMS follow-ups, as "SMS Sent" is a high-				impact feature for conversion.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1800" dirty="0"/>
              <a:t>Recommendation 2		</a:t>
            </a:r>
            <a:r>
              <a:rPr lang="fr-FR" sz="1800" dirty="0"/>
              <a:t>: </a:t>
            </a:r>
            <a:r>
              <a:rPr lang="en-US" sz="1800" b="0" dirty="0"/>
              <a:t>Increase focus on referrals and the </a:t>
            </a:r>
            <a:r>
              <a:rPr lang="en-US" sz="1800" b="0" dirty="0" err="1"/>
              <a:t>Welingak</a:t>
            </a:r>
            <a:r>
              <a:rPr lang="en-US" sz="1800" b="0" dirty="0"/>
              <a:t> lead source, as they 				provide high-quality leads.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1800" b="0" dirty="0"/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1800" dirty="0"/>
              <a:t>Recommendation 3		: </a:t>
            </a:r>
            <a:r>
              <a:rPr lang="en-IN" sz="1800" b="0" dirty="0"/>
              <a:t>Focus more on improving their website, emails, Booth-experience in 				tradeshow and Olark Chat to help potential customers to get what do 				they seek as fast as possible.</a:t>
            </a:r>
            <a:endParaRPr lang="en-US" sz="1800" b="0" dirty="0"/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1800" b="0" dirty="0">
              <a:latin typeface="Arial" panose="020B0604020202020204" pitchFamily="34" charset="0"/>
            </a:endParaRP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1800" dirty="0"/>
              <a:t>Learning</a:t>
            </a:r>
            <a:r>
              <a:rPr lang="en-US" altLang="en-US" sz="1800" dirty="0">
                <a:latin typeface="Arial" panose="020B0604020202020204" pitchFamily="34" charset="0"/>
              </a:rPr>
              <a:t>			:</a:t>
            </a:r>
            <a:r>
              <a:rPr lang="en-US" altLang="en-US" sz="1800" b="0" dirty="0">
                <a:latin typeface="Arial" panose="020B0604020202020204" pitchFamily="34" charset="0"/>
              </a:rPr>
              <a:t> </a:t>
            </a:r>
            <a:r>
              <a:rPr lang="en-US" sz="1800" b="0" dirty="0"/>
              <a:t>Logistic Regression provided a clear "Lead Score" that is easily 				interpretable for business managers, unlike "black box" models.</a:t>
            </a:r>
            <a:endParaRPr lang="en-US" sz="1800" b="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5963517"/>
      </p:ext>
    </p:extLst>
  </p:cSld>
  <p:clrMapOvr>
    <a:masterClrMapping/>
  </p:clrMapOvr>
</p:sld>
</file>

<file path=ppt/theme/theme1.xml><?xml version="1.0" encoding="utf-8"?>
<a:theme xmlns:a="http://schemas.openxmlformats.org/drawingml/2006/main" name="Balancing Act">
  <a:themeElements>
    <a:clrScheme name="Balancing Act">
      <a:dk1>
        <a:sysClr val="windowText" lastClr="000000"/>
      </a:dk1>
      <a:lt1>
        <a:sysClr val="window" lastClr="FFFFFF"/>
      </a:lt1>
      <a:dk2>
        <a:srgbClr val="8A4C5D"/>
      </a:dk2>
      <a:lt2>
        <a:srgbClr val="9E838E"/>
      </a:lt2>
      <a:accent1>
        <a:srgbClr val="C6ADB0"/>
      </a:accent1>
      <a:accent2>
        <a:srgbClr val="E3C0BF"/>
      </a:accent2>
      <a:accent3>
        <a:srgbClr val="D4937F"/>
      </a:accent3>
      <a:accent4>
        <a:srgbClr val="CCB87E"/>
      </a:accent4>
      <a:accent5>
        <a:srgbClr val="6667AB"/>
      </a:accent5>
      <a:accent6>
        <a:srgbClr val="86A094"/>
      </a:accent6>
      <a:hlink>
        <a:srgbClr val="0563C1"/>
      </a:hlink>
      <a:folHlink>
        <a:srgbClr val="954F72"/>
      </a:folHlink>
    </a:clrScheme>
    <a:fontScheme name="Custom 15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ntone template_Win32_v5.potx" id="{0B6ADF6A-1AB9-4B5E-8A87-5E88E283A9E8}" vid="{98AF5320-421A-4856-A75D-6587C36D5470}"/>
    </a:ext>
  </a:extLst>
</a:theme>
</file>

<file path=ppt/theme/theme2.xml><?xml version="1.0" encoding="utf-8"?>
<a:theme xmlns:a="http://schemas.openxmlformats.org/drawingml/2006/main" name="Wellspring">
  <a:themeElements>
    <a:clrScheme name="Wellspring">
      <a:dk1>
        <a:sysClr val="windowText" lastClr="000000"/>
      </a:dk1>
      <a:lt1>
        <a:sysClr val="window" lastClr="FFFFFF"/>
      </a:lt1>
      <a:dk2>
        <a:srgbClr val="A1CAC9"/>
      </a:dk2>
      <a:lt2>
        <a:srgbClr val="48996B"/>
      </a:lt2>
      <a:accent1>
        <a:srgbClr val="759F51"/>
      </a:accent1>
      <a:accent2>
        <a:srgbClr val="436A2F"/>
      </a:accent2>
      <a:accent3>
        <a:srgbClr val="CFBF54"/>
      </a:accent3>
      <a:accent4>
        <a:srgbClr val="B3832F"/>
      </a:accent4>
      <a:accent5>
        <a:srgbClr val="8C5896"/>
      </a:accent5>
      <a:accent6>
        <a:srgbClr val="6667AB"/>
      </a:accent6>
      <a:hlink>
        <a:srgbClr val="0563C1"/>
      </a:hlink>
      <a:folHlink>
        <a:srgbClr val="954F72"/>
      </a:folHlink>
    </a:clrScheme>
    <a:fontScheme name="Custom 15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ntone template_Win32_v5.potx" id="{0B6ADF6A-1AB9-4B5E-8A87-5E88E283A9E8}" vid="{6E2187FA-78B5-42F2-9074-40D4C2C1399B}"/>
    </a:ext>
  </a:extLst>
</a:theme>
</file>

<file path=ppt/theme/theme3.xml><?xml version="1.0" encoding="utf-8"?>
<a:theme xmlns:a="http://schemas.openxmlformats.org/drawingml/2006/main" name="Star of the show">
  <a:themeElements>
    <a:clrScheme name="Star of the show">
      <a:dk1>
        <a:sysClr val="windowText" lastClr="000000"/>
      </a:dk1>
      <a:lt1>
        <a:sysClr val="window" lastClr="FFFFFF"/>
      </a:lt1>
      <a:dk2>
        <a:srgbClr val="29282D"/>
      </a:dk2>
      <a:lt2>
        <a:srgbClr val="625C60"/>
      </a:lt2>
      <a:accent1>
        <a:srgbClr val="7C6560"/>
      </a:accent1>
      <a:accent2>
        <a:srgbClr val="AEA392"/>
      </a:accent2>
      <a:accent3>
        <a:srgbClr val="DBD4D0"/>
      </a:accent3>
      <a:accent4>
        <a:srgbClr val="8E7961"/>
      </a:accent4>
      <a:accent5>
        <a:srgbClr val="F0EDE8"/>
      </a:accent5>
      <a:accent6>
        <a:srgbClr val="6667AB"/>
      </a:accent6>
      <a:hlink>
        <a:srgbClr val="0563C1"/>
      </a:hlink>
      <a:folHlink>
        <a:srgbClr val="954F72"/>
      </a:folHlink>
    </a:clrScheme>
    <a:fontScheme name="Custom 15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ntone template_Win32_v5.potx" id="{0B6ADF6A-1AB9-4B5E-8A87-5E88E283A9E8}" vid="{CED26E1E-587B-4123-A4F9-DB49A037FBB9}"/>
    </a:ext>
  </a:extLst>
</a:theme>
</file>

<file path=ppt/theme/theme4.xml><?xml version="1.0" encoding="utf-8"?>
<a:theme xmlns:a="http://schemas.openxmlformats.org/drawingml/2006/main" name="Amusements">
  <a:themeElements>
    <a:clrScheme name="Amusements">
      <a:dk1>
        <a:sysClr val="windowText" lastClr="000000"/>
      </a:dk1>
      <a:lt1>
        <a:sysClr val="window" lastClr="FFFFFF"/>
      </a:lt1>
      <a:dk2>
        <a:srgbClr val="D77E6F"/>
      </a:dk2>
      <a:lt2>
        <a:srgbClr val="6667AB"/>
      </a:lt2>
      <a:accent1>
        <a:srgbClr val="B38F6A"/>
      </a:accent1>
      <a:accent2>
        <a:srgbClr val="D75078"/>
      </a:accent2>
      <a:accent3>
        <a:srgbClr val="E288B6"/>
      </a:accent3>
      <a:accent4>
        <a:srgbClr val="E9445D"/>
      </a:accent4>
      <a:accent5>
        <a:srgbClr val="EEC272"/>
      </a:accent5>
      <a:accent6>
        <a:srgbClr val="85A0A9"/>
      </a:accent6>
      <a:hlink>
        <a:srgbClr val="0563C1"/>
      </a:hlink>
      <a:folHlink>
        <a:srgbClr val="954F72"/>
      </a:folHlink>
    </a:clrScheme>
    <a:fontScheme name="Custom 15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ntone template_Win32_v5.potx" id="{0B6ADF6A-1AB9-4B5E-8A87-5E88E283A9E8}" vid="{573AD6BE-256C-44EB-886C-5713CB0A8D47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9d258917-277f-42cd-a3cd-14c4e9ee58bc}" enabled="1" method="Standard" siteId="{38ae3bcd-9579-4fd4-adda-b42e1495d55a}" removed="0"/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{5752AAB9-7299-4B37-8B05-9D5BAC2937E3}tf78479028_win32</Template>
  <TotalTime>41</TotalTime>
  <Words>669</Words>
  <Application>Microsoft Office PowerPoint</Application>
  <PresentationFormat>Widescreen</PresentationFormat>
  <Paragraphs>48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Calibri</vt:lpstr>
      <vt:lpstr>Segoe UI</vt:lpstr>
      <vt:lpstr>Segoe UI Light</vt:lpstr>
      <vt:lpstr>Balancing Act</vt:lpstr>
      <vt:lpstr>Wellspring</vt:lpstr>
      <vt:lpstr>Star of the show</vt:lpstr>
      <vt:lpstr>Amusements</vt:lpstr>
      <vt:lpstr>X Education data analysis for improving Revenue</vt:lpstr>
      <vt:lpstr>Problem Statement &amp; Objectivesoblem Statement &amp; Objectives</vt:lpstr>
      <vt:lpstr>Analysis ApproachStatement &amp; Objectives</vt:lpstr>
      <vt:lpstr>Model Performance Results&amp; Objectives</vt:lpstr>
      <vt:lpstr>Results in Business Terms&amp; Objectives</vt:lpstr>
      <vt:lpstr>Key Drivers of Conversion (Visualizing Results)&amp; Objectives</vt:lpstr>
      <vt:lpstr>Key Drivers of Conversion (Visualizing Results)&amp; Objectives</vt:lpstr>
      <vt:lpstr>Key Drivers of Conversion (Visualizing Results)&amp; Objectives</vt:lpstr>
      <vt:lpstr>Recommendations &amp; Learnings&amp; Objectives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Padekar, Prashant (DI SW PLM LCS BOM STRS STRF&amp;DSVS STRCGF)</dc:creator>
  <cp:lastModifiedBy>Padekar, Prashant (DI SW PLM LCS BOM STRS STRF&amp;DSVS STRCGF)</cp:lastModifiedBy>
  <cp:revision>1</cp:revision>
  <dcterms:created xsi:type="dcterms:W3CDTF">2025-12-29T06:17:34Z</dcterms:created>
  <dcterms:modified xsi:type="dcterms:W3CDTF">2025-12-29T06:58:45Z</dcterms:modified>
</cp:coreProperties>
</file>